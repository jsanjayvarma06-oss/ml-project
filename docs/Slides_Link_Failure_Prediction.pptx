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problem: we reproduce and extend a Stanford paper that predicts optical link failures from span-loss and amplifier-gain telemetry, and then localises the failing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proactive detection matters for cloud providers. The four raw metrics are exactly the ones the paper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prep: Why simulate? The paper's data is from a private time-series DB and its appendix link is dead. The simulator reproduces the paper's format exactly and gives ground-truth fault locations, which the paper never had, so localisation can be scored. Physics: constant-gain amplifiers, so a power deficit propagates downstream; ASE OSNR per amp = 58 + P_in - NF; NLI via GN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linkfail/preprocessing.py. Mention the fibre-cut special case is straight from the paper: missing because of a root-cause failure is filled with the expected cut value, not interpolated.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prep: Why Newton? Two features means a 3×3 Hessian, so each step is cheap and convergence is quadratic. GDA vs LR: GDA makes stronger assumptions (Gaussian classes), which help when true, hurt when not. Pegasos: projected stochastic sub-gradient on the primal; step 1/(λt).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LR coefficients θ = (-10.44, -1.61, -1.50). θ1 ≈ θ2, so the learnt rule is 'alarm when X1 + X2 is below about −7 dB', i.e. net power deficit, which is the physically right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Unseen routes = GroupKFold where entire fibre routes (both directions) are held out, so this is the accuracy on a link the model has never seen. GDA's precision is fine but recall is only 0.59: it misses many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Q&amp;A point: our labels come from a real OSNR link budget, in which the position of the fault matters. The aggregated features cannot see position, so a fraction of the boundary points are ambiguous. That is information loss, not a failure of linear models: the nonlinear RBF SVM barely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script: (1) none → all healthy. (2) fiber_degradation span 8, 4 dB → healthy; raise to 9 dB → LR &amp; SVM flag it, localised to span 8. (3) Same severity at span 19 → OSNR barely moves (position effect). (4) amplifier_degradation 6 dB → borderline, GDA disagrees. (5) fiber_cut → everyone flags, 'fiber_cut' localised. Then switch to Network replay R07-ZA.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UE24CS352A  ·  MACHINE LEARNING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Link Failure Prediction &amp; Localization in Cloud-Scale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Supervised learning on optical-line telemetry: Logistic Regression · GDA · Linear SVM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24128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10512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103120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89504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182112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968496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261104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047488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340096" y="4946904"/>
            <a:ext cx="786383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126479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419088" y="4946904"/>
            <a:ext cx="786383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205472" y="4800600"/>
            <a:ext cx="292608" cy="29260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498079" y="4946904"/>
            <a:ext cx="786385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84464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577072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63456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656064" y="4946904"/>
            <a:ext cx="786384" cy="0"/>
          </a:xfrm>
          <a:prstGeom prst="line">
            <a:avLst/>
          </a:prstGeom>
          <a:ln w="254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42448" y="4800600"/>
            <a:ext cx="292608" cy="29260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fibre span  ●  amplifier  ●  the orange one is failing — can we spot it from telemetry?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Team: Member 1 (SRN)  ·  Member 2 (SRN)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The problem: failing links hurt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Every E2E link crosses 19 fibre spans and amplifiers — any one can degrade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0">
                <a:solidFill>
                  <a:srgbClr val="1A1A19"/>
                </a:solidFill>
                <a:latin typeface="Calibri"/>
              </a:rPr>
              <a:t>Cloud services ride on </a:t>
            </a:r>
            <a:r>
              <a:rPr sz="1700" b="1">
                <a:solidFill>
                  <a:srgbClr val="1A1A19"/>
                </a:solidFill>
                <a:latin typeface="Calibri"/>
              </a:rPr>
              <a:t>IP-over-optical</a:t>
            </a:r>
            <a:r>
              <a:rPr sz="1700" b="0">
                <a:solidFill>
                  <a:srgbClr val="1A1A19"/>
                </a:solidFill>
                <a:latin typeface="Calibri"/>
              </a:rPr>
              <a:t> links spanning hundreds of km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0">
                <a:solidFill>
                  <a:srgbClr val="1A1A19"/>
                </a:solidFill>
                <a:latin typeface="Calibri"/>
              </a:rPr>
              <a:t>Fibres age, bend or get cut; amplifiers lose gain; connectors </a:t>
            </a:r>
            <a:r>
              <a:rPr sz="1700" b="1">
                <a:solidFill>
                  <a:srgbClr val="1A1A19"/>
                </a:solidFill>
                <a:latin typeface="Calibri"/>
              </a:rPr>
              <a:t>flap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0">
                <a:solidFill>
                  <a:srgbClr val="1A1A19"/>
                </a:solidFill>
                <a:latin typeface="Calibri"/>
              </a:rPr>
              <a:t>Each fault lowers the </a:t>
            </a:r>
            <a:r>
              <a:rPr sz="1700" b="1">
                <a:solidFill>
                  <a:srgbClr val="1A1A19"/>
                </a:solidFill>
                <a:latin typeface="Calibri"/>
              </a:rPr>
              <a:t>OSNR</a:t>
            </a:r>
            <a:r>
              <a:rPr sz="1700" b="0">
                <a:solidFill>
                  <a:srgbClr val="1A1A19"/>
                </a:solidFill>
                <a:latin typeface="Calibri"/>
              </a:rPr>
              <a:t> until traffic fails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0">
                <a:solidFill>
                  <a:srgbClr val="1A1A19"/>
                </a:solidFill>
                <a:latin typeface="Calibri"/>
              </a:rPr>
              <a:t>Reactive repair = outage + long maintenance window + hard to find </a:t>
            </a:r>
            <a:r>
              <a:rPr sz="1700" b="1">
                <a:solidFill>
                  <a:srgbClr val="1A1A19"/>
                </a:solidFill>
                <a:latin typeface="Calibri"/>
              </a:rPr>
              <a:t>where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>
                <a:solidFill>
                  <a:srgbClr val="EB6834"/>
                </a:solidFill>
                <a:latin typeface="Calibri"/>
              </a:rPr>
              <a:t>Goal: </a:t>
            </a:r>
            <a:r>
              <a:rPr sz="1700" b="1">
                <a:solidFill>
                  <a:srgbClr val="1A1A19"/>
                </a:solidFill>
                <a:latin typeface="Calibri"/>
              </a:rPr>
              <a:t>flag marginal links </a:t>
            </a:r>
            <a:r>
              <a:rPr sz="1700" b="1">
                <a:solidFill>
                  <a:srgbClr val="EB6834"/>
                </a:solidFill>
                <a:latin typeface="Calibri"/>
              </a:rPr>
              <a:t>before</a:t>
            </a:r>
            <a:r>
              <a:rPr sz="1700" b="0">
                <a:solidFill>
                  <a:srgbClr val="1A1A19"/>
                </a:solidFill>
                <a:latin typeface="Calibri"/>
              </a:rPr>
              <a:t> the outage and </a:t>
            </a:r>
            <a:r>
              <a:rPr sz="1700" b="1">
                <a:solidFill>
                  <a:srgbClr val="1A1A19"/>
                </a:solidFill>
                <a:latin typeface="Calibri"/>
              </a:rPr>
              <a:t>localise</a:t>
            </a:r>
            <a:r>
              <a:rPr sz="1700" b="0">
                <a:solidFill>
                  <a:srgbClr val="1A1A19"/>
                </a:solidFill>
                <a:latin typeface="Calibri"/>
              </a:rPr>
              <a:t> the faulty span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What the network gives us every 2 minutes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25603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786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9"/>
                </a:solidFill>
                <a:latin typeface="Calibri"/>
              </a:rPr>
              <a:t>Span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852927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measured fibre attenuation</a:t>
            </a:r>
          </a:p>
        </p:txBody>
      </p:sp>
      <p:sp>
        <p:nvSpPr>
          <p:cNvPr id="10" name="Oval 9"/>
          <p:cNvSpPr/>
          <p:nvPr/>
        </p:nvSpPr>
        <p:spPr>
          <a:xfrm>
            <a:off x="6675120" y="327355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291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9"/>
                </a:solidFill>
                <a:latin typeface="Calibri"/>
              </a:rPr>
              <a:t>Target span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566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planned value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986783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005071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9"/>
                </a:solidFill>
                <a:latin typeface="Calibri"/>
              </a:rPr>
              <a:t>Amplifier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793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measured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4700016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718303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9"/>
                </a:solidFill>
                <a:latin typeface="Calibri"/>
              </a:rPr>
              <a:t>Target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99262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planned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40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× 19 spans × 20 links  →  can ML read link health from this?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Dataset: same shape as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Live operator data is private, so we built a physics-based telemetry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545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directional E2E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84708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50545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spans per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4708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50545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samples (2-min bins)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847088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24.5%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505456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labelled not 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Injected faults (with ground-truth span)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Fibre degradation</a:t>
            </a:r>
            <a:r>
              <a:rPr sz="1500" b="0">
                <a:solidFill>
                  <a:srgbClr val="1A1A19"/>
                </a:solidFill>
                <a:latin typeface="Calibri"/>
              </a:rPr>
              <a:t>  1–14 dB, ramps or steps (1538 bins)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Amplifier degradation</a:t>
            </a:r>
            <a:r>
              <a:rPr sz="1500" b="0">
                <a:solidFill>
                  <a:srgbClr val="1A1A19"/>
                </a:solidFill>
                <a:latin typeface="Calibri"/>
              </a:rPr>
              <a:t>  gain ↓, noise figure ↑ (1165)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Flapping connector</a:t>
            </a:r>
            <a:r>
              <a:rPr sz="1500" b="0">
                <a:solidFill>
                  <a:srgbClr val="1A1A19"/>
                </a:solidFill>
                <a:latin typeface="Calibri"/>
              </a:rPr>
              <a:t>  intermittent loss (368)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Fibre cut</a:t>
            </a:r>
            <a:r>
              <a:rPr sz="1500" b="0">
                <a:solidFill>
                  <a:srgbClr val="1A1A19"/>
                </a:solidFill>
                <a:latin typeface="Calibri"/>
              </a:rPr>
              <a:t>  +40 dB, no loss reading / LOS (224)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Labels from OSNR (as in the paper)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5394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0">
                <a:solidFill>
                  <a:srgbClr val="1A1A19"/>
                </a:solidFill>
                <a:latin typeface="Calibri"/>
              </a:rPr>
              <a:t>Generalised OSNR = ASE noise + GN-model nonlinear noise over all 19 amplifiers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EB6834"/>
                </a:solidFill>
                <a:latin typeface="Calibri"/>
              </a:rPr>
              <a:t>Not healthy</a:t>
            </a:r>
            <a:r>
              <a:rPr sz="1500" b="0">
                <a:solidFill>
                  <a:srgbClr val="1A1A19"/>
                </a:solidFill>
                <a:latin typeface="Calibri"/>
              </a:rPr>
              <a:t> if OSNR &lt; 17 dB, Rx power &gt; 7 dB low, or loss of signal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0">
                <a:solidFill>
                  <a:srgbClr val="1A1A19"/>
                </a:solidFill>
                <a:latin typeface="Calibri"/>
              </a:rPr>
              <a:t>Realistic mess: 0.12 dB noise, ~2 % missing cells, missing bins, no data during cuts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0">
                <a:solidFill>
                  <a:srgbClr val="1A1A19"/>
                </a:solidFill>
                <a:latin typeface="Calibri"/>
              </a:rPr>
              <a:t>75 / 25 split → 4500 train, 1500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Paper §III: from 4 × 19 raw values to 2 features per link per bin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Fibre-cut 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9"/>
                </a:solidFill>
                <a:latin typeface="Calibri"/>
              </a:rPr>
              <a:t>LOS-flagged gaps ← target + 40 dB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8608" y="2834640"/>
            <a:ext cx="237744" cy="274320"/>
          </a:xfrm>
          <a:prstGeom prst="rightArrow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92024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17520" y="2103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4320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Interpolate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546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9"/>
                </a:solidFill>
                <a:latin typeface="Calibri"/>
              </a:rPr>
              <a:t>linear in time, per link direction &amp; span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8" y="2834640"/>
            <a:ext cx="237744" cy="274320"/>
          </a:xfrm>
          <a:prstGeom prst="rightArrow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92024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2103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Span diffs (Eq.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546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9"/>
                </a:solidFill>
                <a:latin typeface="Calibri"/>
              </a:rPr>
              <a:t>x1 = gain − target gain
x2 = target loss − span loss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0608" y="2834640"/>
            <a:ext cx="237744" cy="274320"/>
          </a:xfrm>
          <a:prstGeom prst="rightArrow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92024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19" y="2103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74320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Aggregate (Eq.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1546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9"/>
                </a:solidFill>
                <a:latin typeface="Calibri"/>
              </a:rPr>
              <a:t>X1 = Σ x1 ,  X2 = Σ x2
over 19 spans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36608" y="2834640"/>
            <a:ext cx="237744" cy="274320"/>
          </a:xfrm>
          <a:prstGeom prst="rightArrow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920240"/>
            <a:ext cx="2011680" cy="21031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19" y="2103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743200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Join 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15468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9"/>
                </a:solidFill>
                <a:latin typeface="Calibri"/>
              </a:rPr>
              <a:t>OSNR-based y ∈ {0, 1}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Why these two features?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X1 + X2 is the net optical power the link has lost versus its design. A healthy link sits near (0, 0); fibre problems push X2 negative, amplifier problems push X1 negative. The features are independent of each link's absolute span lengths, so one model works for every link.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Three linear classifiers, written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NumPy implementations in linkfail/models.py, checked against scikit-learn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011680"/>
            <a:ext cx="365760" cy="3657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9339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1F3A"/>
                </a:solidFill>
                <a:latin typeface="Cambria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DISCRIMINATIVE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J(θ) = −1/n Σ [y log h + (1−y) log(1−h)]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Newton's method: θ ← θ − H⁻¹∇J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Converged in 11 iterations, J = 0.0662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846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sklearn agreement: 99.8%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2011680"/>
            <a:ext cx="365760" cy="36576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19" y="199339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1F3A"/>
                </a:solidFill>
                <a:latin typeface="Cambria"/>
              </a:rPr>
              <a:t>GDA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GENERATIVE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92608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y ~ Bernoulli(φ),  x | y ~ N(μ_y, Σ)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Closed-form MLE for φ, μ₀, μ₁, shared Σ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Shared Σ ⇒ linear boundary at p(y|x) 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846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sklearn agreement: 100.0%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8308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011680"/>
            <a:ext cx="365760" cy="36576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9339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1F3A"/>
                </a:solidFill>
                <a:latin typeface="Cambria"/>
              </a:rPr>
              <a:t>Linear 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MAX-MARGIN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063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min λ/2‖w‖² + 1/n Σ max(0, 1 − y(wᵀx + b))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Mini-batch Pegasos sub-gradient solver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EB6834"/>
                </a:solidFill>
                <a:latin typeface="Calibri"/>
              </a:rPr>
              <a:t>▸  </a:t>
            </a:r>
            <a:r>
              <a:rPr sz="1300" b="0">
                <a:solidFill>
                  <a:srgbClr val="1A1A19"/>
                </a:solidFill>
                <a:latin typeface="Calibri"/>
              </a:rPr>
              <a:t>Iterate averaging, 200 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46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AF7A"/>
                </a:solidFill>
                <a:latin typeface="Calibri"/>
              </a:rPr>
              <a:t>sklearn agreement: 100.0%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All three take raw (X1, X2); LR and SVM standardise internally and report θ in raw dB units.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What the data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Each dot is one link in one 2-minute bin</a:t>
            </a:r>
          </a:p>
        </p:txBody>
      </p:sp>
      <p:pic>
        <p:nvPicPr>
          <p:cNvPr id="4" name="Picture 3" descr="datase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7863840" cy="3105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83080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2A78D6"/>
                </a:solidFill>
                <a:latin typeface="Calibri"/>
              </a:rPr>
              <a:t>Healthy</a:t>
            </a:r>
            <a:r>
              <a:rPr sz="1500" b="0">
                <a:solidFill>
                  <a:srgbClr val="1A1A19"/>
                </a:solidFill>
                <a:latin typeface="Calibri"/>
              </a:rPr>
              <a:t> links cluster at (0, 0)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Amplifier faults</a:t>
            </a:r>
            <a:r>
              <a:rPr sz="1500" b="0">
                <a:solidFill>
                  <a:srgbClr val="1A1A19"/>
                </a:solidFill>
                <a:latin typeface="Calibri"/>
              </a:rPr>
              <a:t> spread left (X1 ≪ 0)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Fibre faults</a:t>
            </a:r>
            <a:r>
              <a:rPr sz="1500" b="0">
                <a:solidFill>
                  <a:srgbClr val="1A1A19"/>
                </a:solidFill>
                <a:latin typeface="Calibri"/>
              </a:rPr>
              <a:t> spread down (X2 ≪ 0)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Fibre cuts</a:t>
            </a:r>
            <a:r>
              <a:rPr sz="1500" b="0">
                <a:solidFill>
                  <a:srgbClr val="1A1A19"/>
                </a:solidFill>
                <a:latin typeface="Calibri"/>
              </a:rPr>
              <a:t> form a separate cluster at X2 ≈ −40 dB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0">
                <a:solidFill>
                  <a:srgbClr val="1A1A19"/>
                </a:solidFill>
                <a:latin typeface="Calibri"/>
              </a:rPr>
              <a:t>The boundary is </a:t>
            </a:r>
            <a:r>
              <a:rPr sz="1500" b="1">
                <a:solidFill>
                  <a:srgbClr val="1A1A19"/>
                </a:solidFill>
                <a:latin typeface="Calibri"/>
              </a:rPr>
              <a:t>nearly linear</a:t>
            </a:r>
            <a:r>
              <a:rPr sz="1500" b="0">
                <a:solidFill>
                  <a:srgbClr val="1A1A19"/>
                </a:solidFill>
                <a:latin typeface="Calibri"/>
              </a:rPr>
              <a:t>, but points near it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Results: decision boundaries on the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1500 held-out samples; compare with Fig. 4–5 of the paper</a:t>
            </a:r>
          </a:p>
        </p:txBody>
      </p:sp>
      <p:pic>
        <p:nvPicPr>
          <p:cNvPr id="4" name="Picture 3" descr="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11338560" cy="33516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98348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932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A78D6"/>
                </a:solidFill>
                <a:latin typeface="Cambria"/>
              </a:rPr>
              <a:t>96.5%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515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Logistic Regression  (paper: 99 %)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498348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50932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B6834"/>
                </a:solidFill>
                <a:latin typeface="Cambria"/>
              </a:rPr>
              <a:t>88.9%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57515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GDA  (paper: 97 %)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498348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5093208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AF7A"/>
                </a:solidFill>
                <a:latin typeface="Cambria"/>
              </a:rPr>
              <a:t>96.6%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57515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Linear SVM  (paper: 99 %)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Beyond accuracy: robust on unseen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Precision/recall on the test set, and cross-validation over the whole 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143000"/>
                <a:gridCol w="1005840"/>
                <a:gridCol w="914400"/>
                <a:gridCol w="914400"/>
                <a:gridCol w="1737360"/>
                <a:gridCol w="192024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Classifier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Unseen routes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96.5%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97.0% ± 0.7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96.9% ± 0.8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GDA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89.9% ±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89.9% ± 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96.6%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0.935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97.0% ± 0.6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9"/>
                          </a:solidFill>
                          <a:latin typeface="Calibri"/>
                        </a:rPr>
                        <a:t>96.9% ± 0.8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8554130" cy="2514600"/>
          </a:xfrm>
          <a:prstGeom prst="rect">
            <a:avLst/>
          </a:prstGeom>
        </p:spPr>
      </p:pic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611880"/>
            <a:ext cx="3053317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Why GDA trails — and why we're below 99 %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The ranking matches the paper; the gap has a physical cause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6263640" cy="26486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12280" y="1691640"/>
            <a:ext cx="4846320" cy="2057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GDA's assumption breaks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24028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9"/>
                </a:solidFill>
                <a:latin typeface="Calibri"/>
              </a:rPr>
              <a:t>'Not healthy' is not one Gaussian: amplifier, fibre and cut clusters stretch the shared Σ and tilt the boundary, so recall falls to 0.59.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931920"/>
            <a:ext cx="4846320" cy="2240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Calibri"/>
              </a:rPr>
              <a:t>Σ over spans hides where the fault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48056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9"/>
                </a:solidFill>
                <a:latin typeface="Calibri"/>
              </a:rPr>
              <a:t>A 7 dB loss in span 1 degrades all 19 downstream amplifiers; the same loss in span 19 affects only one. The RBF SVM adds just 0.6 pts, while per-span features reach 97.4%.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Localisation, flapping &amp; early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Turning a red flag into a work order</a:t>
            </a:r>
          </a:p>
        </p:txBody>
      </p:sp>
      <p:pic>
        <p:nvPicPr>
          <p:cNvPr id="4" name="Picture 3" descr="localiza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949440" cy="25487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43400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9"/>
                </a:solidFill>
                <a:latin typeface="Calibri"/>
              </a:rPr>
              <a:t>Rule: </a:t>
            </a:r>
            <a:r>
              <a:rPr sz="1400" b="0" i="0">
                <a:solidFill>
                  <a:srgbClr val="1A1A19"/>
                </a:solidFill>
                <a:latin typeface="Calibri"/>
              </a:rPr>
              <a:t>the faulty element is the span with the largest positive residual — loss residual means fibre, gain residual means amplifier, ≥ 25 dB means cut.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9"/>
                </a:solidFill>
                <a:latin typeface="Calibri"/>
              </a:rPr>
              <a:t>Flapping: </a:t>
            </a:r>
            <a:r>
              <a:rPr sz="1400" b="0" i="0">
                <a:solidFill>
                  <a:srgbClr val="1A1A19"/>
                </a:solidFill>
                <a:latin typeface="Calibri"/>
              </a:rPr>
              <a:t>≥ 4 health toggles within 30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88620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755648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BAF7A"/>
                </a:solidFill>
                <a:latin typeface="Cambria"/>
              </a:rPr>
              <a:t>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414016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span + element correct (n = 341 detected failures)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63240"/>
            <a:ext cx="388620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172968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A78D6"/>
                </a:solidFill>
                <a:latin typeface="Cambria"/>
              </a:rPr>
              <a:t>9/9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31336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flapping events caught (7.1% false-alarm rate)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480560"/>
            <a:ext cx="3886200" cy="12344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590288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18/18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248656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outages flagged in time (12 early, mean 8 min ahead)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Harder test, every fault incl. minor ones: 91.6% span accuracy · learnt multinomial-LR localiser: 99.7%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streamlit run app.py</a:t>
            </a:r>
          </a:p>
        </p:txBody>
      </p:sp>
      <p:pic>
        <p:nvPicPr>
          <p:cNvPr id="4" name="Picture 3" descr="link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669280" cy="338251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733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Fault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39112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Pick a fault type, span and severity → see each model's verdict, the point on the decision boundaries, and the localised span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706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Network 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36391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10 h of any link with out-of-fold predictions and flapping alarms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6791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Model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33672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Metrics table and every figure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83479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651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CLI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30951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python predict.py --snapshot examples/degraded_span7.csv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212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Replay view: the model tracks a slow fibre degradation, a hard outage and a flapping amplifier.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1F3A"/>
                </a:solidFill>
                <a:latin typeface="Cambria"/>
              </a:rPr>
              <a:t>Implementation &amp;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One command reproduces every number in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577840" cy="416052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1206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run_pipeline.py      one-command experiment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app.py               Streamlit live demo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predict.py           CLI inference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linkfail/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simulator.py       telemetry + link budget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preprocessing.py   Eq. 1 / Eq. 2 features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models.py          LR · GDA · SVM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localization.py    span + flapping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evaluation.py      metrics, lead time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pipeline.py        CV, extensions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tests/               12 pytest tests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docs/                write-up +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Reproducible: </a:t>
            </a:r>
            <a:r>
              <a:rPr sz="1500" b="0">
                <a:solidFill>
                  <a:srgbClr val="1A1A19"/>
                </a:solidFill>
                <a:latin typeface="Calibri"/>
              </a:rPr>
              <a:t>fixed seed, whole pipeline in ~20 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Validated: </a:t>
            </a:r>
            <a:r>
              <a:rPr sz="1500" b="0">
                <a:solidFill>
                  <a:srgbClr val="1A1A19"/>
                </a:solidFill>
                <a:latin typeface="Calibri"/>
              </a:rPr>
              <a:t>our models agree with scikit-learn on 99.8–100 % of test predictions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Tested: </a:t>
            </a:r>
            <a:r>
              <a:rPr sz="1500" b="0">
                <a:solidFill>
                  <a:srgbClr val="1A1A19"/>
                </a:solidFill>
                <a:latin typeface="Calibri"/>
              </a:rPr>
              <a:t>physics, interpolation, Eq. 2 identity, localisation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Honest evaluation: </a:t>
            </a:r>
            <a:r>
              <a:rPr sz="1500" b="0">
                <a:solidFill>
                  <a:srgbClr val="1A1A19"/>
                </a:solidFill>
                <a:latin typeface="Calibri"/>
              </a:rPr>
              <a:t>held-out test set, 5-fold CV, unseen-route CV, out-of-fold timeline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B6834"/>
                </a:solidFill>
                <a:latin typeface="Calibri"/>
              </a:rPr>
              <a:t>▸  </a:t>
            </a:r>
            <a:r>
              <a:rPr sz="1500" b="1">
                <a:solidFill>
                  <a:srgbClr val="1A1A19"/>
                </a:solidFill>
                <a:latin typeface="Calibri"/>
              </a:rPr>
              <a:t>Contributions: </a:t>
            </a:r>
            <a:r>
              <a:rPr sz="1500" b="0">
                <a:solidFill>
                  <a:srgbClr val="1A1A19"/>
                </a:solidFill>
                <a:latin typeface="Calibri"/>
              </a:rPr>
              <a:t>Member 1 — simulator, preprocessing, localisation, demo · Member 2 — models, evaluation, extensions,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2646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Two telemetry features + a linear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653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detect failing links at 96.6% accuracy, and are just as accurate on links never seen in training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518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Paper's ranking 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54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LR ≈ Linear SVM &gt; GDA; GDA's Gaussian assumption fails on multi-modal faults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0390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Localisation is nearly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428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per-span residuals pinpoint the span and the element (fibre, amplifier or cut)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9262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3153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OSNR forecasting for longer lead time · position-aware features · real operator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